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27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58" r:id="rId6"/>
    <p:sldId id="261" r:id="rId7"/>
    <p:sldId id="262" r:id="rId8"/>
    <p:sldId id="264" r:id="rId9"/>
    <p:sldId id="263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630630-DC27-4311-8486-EAA8BA51E6AF}">
          <p14:sldIdLst>
            <p14:sldId id="256"/>
            <p14:sldId id="257"/>
            <p14:sldId id="271"/>
            <p14:sldId id="272"/>
            <p14:sldId id="258"/>
            <p14:sldId id="261"/>
            <p14:sldId id="262"/>
            <p14:sldId id="264"/>
            <p14:sldId id="263"/>
            <p14:sldId id="266"/>
            <p14:sldId id="265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07E8F-4090-4511-8E1B-B550CA610EB2}" type="datetimeFigureOut">
              <a:rPr lang="en-IN" smtClean="0"/>
              <a:t>12-07-2024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274EB-E981-4413-AC0A-1C76D4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0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657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48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0755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8985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84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5938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5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594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268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68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176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7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08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5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flipkart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6790-0FDA-F471-55A5-27C27377D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FASHION MATRIX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CC9C8-9302-65F8-618A-FA614CDFC1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(E-COMMERCE PROJECT)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764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2B54-4E4D-4A1D-79BD-05CB1090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54539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This allow shopping to clothes Collection  of Boys, Girls and children etc.</a:t>
            </a:r>
            <a:br>
              <a:rPr lang="en-US" sz="2800" dirty="0"/>
            </a:br>
            <a:r>
              <a:rPr lang="en-US" sz="2800" dirty="0"/>
              <a:t>A customer can purchase any cloths.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We will Delivered your purchase cloths without any cost.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E-shopping for clothes provides a verified platform for online shopping of clothes.</a:t>
            </a: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128129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FE0D-88F0-71D2-D32E-8CA193C5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FacAlity</a:t>
            </a:r>
            <a:r>
              <a:rPr lang="en-US" dirty="0"/>
              <a:t> on my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7D41-B116-5418-337C-234A9EFF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For the payment we are provide method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/>
              <a:t>Case </a:t>
            </a:r>
            <a:r>
              <a:rPr lang="en-US" sz="2400" dirty="0"/>
              <a:t>on delivery</a:t>
            </a:r>
          </a:p>
          <a:p>
            <a:endParaRPr lang="en-US" sz="2400" dirty="0"/>
          </a:p>
          <a:p>
            <a:r>
              <a:rPr lang="en-US" sz="2400" dirty="0"/>
              <a:t>ADMIN FACALITY: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Admin can login.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Admin category of product.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Track customers activities and data.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endParaRPr lang="en-US" sz="2400" dirty="0"/>
          </a:p>
          <a:p>
            <a:br>
              <a:rPr lang="en-US" sz="2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723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1603-5F9A-54DD-F72B-A55704800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CUSTOMER </a:t>
            </a:r>
            <a:r>
              <a:rPr lang="en-US" sz="5400" dirty="0" err="1"/>
              <a:t>facAlIty</a:t>
            </a:r>
            <a:r>
              <a:rPr lang="en-US" sz="5400" dirty="0"/>
              <a:t>:</a:t>
            </a:r>
            <a:br>
              <a:rPr lang="en-US" sz="5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3EFE-3382-A8C9-F72F-16092F56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Customer can register or login.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Customer can search for a particular product.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Add products to cart.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Buy products selected in the cart.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BIBLIOGRAPHY: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ONLINE RESOURCE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hlinkClick r:id="rId2"/>
              </a:rPr>
              <a:t>http://flipkart.com</a:t>
            </a: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http://meesho.com</a:t>
            </a:r>
          </a:p>
          <a:p>
            <a:pPr lvl="8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188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88E6D2-B095-D995-F0EB-E79D50EEE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49960"/>
              </p:ext>
            </p:extLst>
          </p:nvPr>
        </p:nvGraphicFramePr>
        <p:xfrm>
          <a:off x="2032000" y="285136"/>
          <a:ext cx="8127999" cy="644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477">
                  <a:extLst>
                    <a:ext uri="{9D8B030D-6E8A-4147-A177-3AD203B41FA5}">
                      <a16:colId xmlns:a16="http://schemas.microsoft.com/office/drawing/2014/main" val="2557164629"/>
                    </a:ext>
                  </a:extLst>
                </a:gridCol>
                <a:gridCol w="3224981">
                  <a:extLst>
                    <a:ext uri="{9D8B030D-6E8A-4147-A177-3AD203B41FA5}">
                      <a16:colId xmlns:a16="http://schemas.microsoft.com/office/drawing/2014/main" val="2114658377"/>
                    </a:ext>
                  </a:extLst>
                </a:gridCol>
                <a:gridCol w="3680541">
                  <a:extLst>
                    <a:ext uri="{9D8B030D-6E8A-4147-A177-3AD203B41FA5}">
                      <a16:colId xmlns:a16="http://schemas.microsoft.com/office/drawing/2014/main" val="246774901"/>
                    </a:ext>
                  </a:extLst>
                </a:gridCol>
              </a:tblGrid>
              <a:tr h="801844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 category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823740"/>
                  </a:ext>
                </a:extLst>
              </a:tr>
              <a:tr h="2157122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Shirt</a:t>
                      </a:r>
                    </a:p>
                    <a:p>
                      <a:r>
                        <a:rPr lang="en-US" dirty="0"/>
                        <a:t>suit</a:t>
                      </a:r>
                    </a:p>
                    <a:p>
                      <a:r>
                        <a:rPr lang="en-US" dirty="0"/>
                        <a:t>Jeans</a:t>
                      </a:r>
                    </a:p>
                    <a:p>
                      <a:r>
                        <a:rPr lang="en-US" dirty="0"/>
                        <a:t>Jackets</a:t>
                      </a:r>
                    </a:p>
                    <a:p>
                      <a:r>
                        <a:rPr lang="en-US" dirty="0"/>
                        <a:t>Blazer</a:t>
                      </a:r>
                    </a:p>
                    <a:p>
                      <a:r>
                        <a:rPr lang="en-US" dirty="0"/>
                        <a:t>vest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143055"/>
                  </a:ext>
                </a:extLst>
              </a:tr>
              <a:tr h="1862969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Women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Saree</a:t>
                      </a:r>
                    </a:p>
                    <a:p>
                      <a:r>
                        <a:rPr lang="en-US" dirty="0" err="1"/>
                        <a:t>kurti</a:t>
                      </a:r>
                      <a:endParaRPr lang="en-US" dirty="0"/>
                    </a:p>
                    <a:p>
                      <a:r>
                        <a:rPr lang="en-US" dirty="0"/>
                        <a:t>Dress</a:t>
                      </a:r>
                    </a:p>
                    <a:p>
                      <a:r>
                        <a:rPr lang="en-US" dirty="0"/>
                        <a:t>Jeans</a:t>
                      </a:r>
                    </a:p>
                    <a:p>
                      <a:r>
                        <a:rPr lang="en-US" dirty="0"/>
                        <a:t>T-shirt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20395"/>
                  </a:ext>
                </a:extLst>
              </a:tr>
              <a:tr h="1622769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children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1.Boys                       2.girls             </a:t>
                      </a:r>
                    </a:p>
                    <a:p>
                      <a:r>
                        <a:rPr lang="en-US" dirty="0"/>
                        <a:t>T-shirt                       shorts</a:t>
                      </a:r>
                    </a:p>
                    <a:p>
                      <a:r>
                        <a:rPr lang="en-US" dirty="0"/>
                        <a:t>Jeans                        Frock</a:t>
                      </a:r>
                    </a:p>
                    <a:p>
                      <a:r>
                        <a:rPr lang="en-US" dirty="0"/>
                        <a:t>Formal                       </a:t>
                      </a:r>
                      <a:r>
                        <a:rPr lang="en-US" dirty="0" err="1"/>
                        <a:t>kepri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342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612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  <p:sndAc>
          <p:stSnd>
            <p:snd r:embed="rId2" name="arrow.wav"/>
          </p:stSnd>
        </p:sndAc>
      </p:transition>
    </mc:Choice>
    <mc:Fallback xmlns="">
      <p:transition>
        <p:fade/>
        <p:sndAc>
          <p:stSnd>
            <p:snd r:embed="rId3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BC4A-8DDD-139B-13B2-440EA0B5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1570962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000" dirty="0"/>
              <a:t>MODULE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6A420-4311-A769-27E6-5BB1583C0D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6139" y="2094271"/>
            <a:ext cx="7224524" cy="1334729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Administrative module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E79C0-6A84-FD37-87EF-E28857C11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097161"/>
            <a:ext cx="8596668" cy="3657599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Manage products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Manage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Manage Feedback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Manage Orders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789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53E0-9A55-0E4D-C03E-20BE5375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1778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MODULE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B7E34-5EE1-8CC5-CF83-F7EDE2ECC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6139" y="2625213"/>
            <a:ext cx="7224524" cy="973393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CUSTOMER MODULE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9C2E7-B7C6-FEA5-C32C-290A5919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687097"/>
            <a:ext cx="8596668" cy="235426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VIEW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BUY A PRODUCT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VIEW CART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GIVE FEEDBACK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ADD TO CART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84821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4EB3-6EFE-9758-DD16-83170F0D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20828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SOFTWARE USED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13D6D-DAAF-A475-F286-7ED759090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479040"/>
            <a:ext cx="8596668" cy="3562322"/>
          </a:xfrm>
        </p:spPr>
        <p:txBody>
          <a:bodyPr>
            <a:normAutofit/>
          </a:bodyPr>
          <a:lstStyle/>
          <a:p>
            <a:r>
              <a:rPr lang="en-US" sz="2400" dirty="0"/>
              <a:t>DATABASE: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MY SQL</a:t>
            </a:r>
          </a:p>
        </p:txBody>
      </p:sp>
    </p:spTree>
    <p:extLst>
      <p:ext uri="{BB962C8B-B14F-4D97-AF65-F5344CB8AC3E}">
        <p14:creationId xmlns:p14="http://schemas.microsoft.com/office/powerpoint/2010/main" val="32267354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1017-43CF-432B-B41A-7208B053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778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LANGUAGE USED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26EC9-52A2-36C2-D68A-5A5A627B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387600"/>
            <a:ext cx="8596668" cy="365376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HTML(HYPERTEXT MARKUP LANGUAGE)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CSS(CASCADING STYLE SHEET)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PHP(HYPER TEXT PREPROCESSOR)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61345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3053-97FC-DEC4-9D8D-417DC743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3600"/>
          </a:xfrm>
        </p:spPr>
        <p:txBody>
          <a:bodyPr/>
          <a:lstStyle/>
          <a:p>
            <a:pPr algn="ctr"/>
            <a:r>
              <a:rPr lang="en-US" dirty="0"/>
              <a:t>REGISTER TABEL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FFE6BA-9B5D-AD37-29E0-00BA8773A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70739"/>
              </p:ext>
            </p:extLst>
          </p:nvPr>
        </p:nvGraphicFramePr>
        <p:xfrm>
          <a:off x="1815691" y="1473200"/>
          <a:ext cx="8127999" cy="519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040">
                  <a:extLst>
                    <a:ext uri="{9D8B030D-6E8A-4147-A177-3AD203B41FA5}">
                      <a16:colId xmlns:a16="http://schemas.microsoft.com/office/drawing/2014/main" val="3095091680"/>
                    </a:ext>
                  </a:extLst>
                </a:gridCol>
                <a:gridCol w="3190240">
                  <a:extLst>
                    <a:ext uri="{9D8B030D-6E8A-4147-A177-3AD203B41FA5}">
                      <a16:colId xmlns:a16="http://schemas.microsoft.com/office/drawing/2014/main" val="3389785861"/>
                    </a:ext>
                  </a:extLst>
                </a:gridCol>
                <a:gridCol w="3220719">
                  <a:extLst>
                    <a:ext uri="{9D8B030D-6E8A-4147-A177-3AD203B41FA5}">
                      <a16:colId xmlns:a16="http://schemas.microsoft.com/office/drawing/2014/main" val="1914298242"/>
                    </a:ext>
                  </a:extLst>
                </a:gridCol>
              </a:tblGrid>
              <a:tr h="63199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359267"/>
                  </a:ext>
                </a:extLst>
              </a:tr>
              <a:tr h="7199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int(20)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0564"/>
                  </a:ext>
                </a:extLst>
              </a:tr>
              <a:tr h="6319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65259"/>
                  </a:ext>
                </a:extLst>
              </a:tr>
              <a:tr h="63199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881186"/>
                  </a:ext>
                </a:extLst>
              </a:tr>
              <a:tr h="63199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031706"/>
                  </a:ext>
                </a:extLst>
              </a:tr>
              <a:tr h="63199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int(10)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745106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069024"/>
                  </a:ext>
                </a:extLst>
              </a:tr>
              <a:tr h="6319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6235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6DA8544-625C-6B46-A20B-05729A7E040E}"/>
              </a:ext>
            </a:extLst>
          </p:cNvPr>
          <p:cNvSpPr/>
          <p:nvPr/>
        </p:nvSpPr>
        <p:spPr>
          <a:xfrm>
            <a:off x="2509520" y="2336800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267FF-C688-FDCF-0759-633FE05DB5C3}"/>
              </a:ext>
            </a:extLst>
          </p:cNvPr>
          <p:cNvSpPr/>
          <p:nvPr/>
        </p:nvSpPr>
        <p:spPr>
          <a:xfrm>
            <a:off x="2509520" y="2926080"/>
            <a:ext cx="416560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F46795-4423-C131-B6D8-A41D66FE1E91}"/>
              </a:ext>
            </a:extLst>
          </p:cNvPr>
          <p:cNvSpPr/>
          <p:nvPr/>
        </p:nvSpPr>
        <p:spPr>
          <a:xfrm>
            <a:off x="2509520" y="3637280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D7A0-D951-6AE3-4D98-A5A66115B263}"/>
              </a:ext>
            </a:extLst>
          </p:cNvPr>
          <p:cNvSpPr/>
          <p:nvPr/>
        </p:nvSpPr>
        <p:spPr>
          <a:xfrm>
            <a:off x="2509520" y="4267200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FB2B3-E7B1-63DA-8C19-5669D9A2855B}"/>
              </a:ext>
            </a:extLst>
          </p:cNvPr>
          <p:cNvSpPr/>
          <p:nvPr/>
        </p:nvSpPr>
        <p:spPr>
          <a:xfrm>
            <a:off x="2509520" y="4897120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6FC2C2-CFCF-9D28-E600-DE14F9B230E6}"/>
              </a:ext>
            </a:extLst>
          </p:cNvPr>
          <p:cNvSpPr/>
          <p:nvPr/>
        </p:nvSpPr>
        <p:spPr>
          <a:xfrm>
            <a:off x="2509520" y="5527040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E56E0-FCC8-0932-E014-2CF85AB2A138}"/>
              </a:ext>
            </a:extLst>
          </p:cNvPr>
          <p:cNvSpPr/>
          <p:nvPr/>
        </p:nvSpPr>
        <p:spPr>
          <a:xfrm>
            <a:off x="2509520" y="6145161"/>
            <a:ext cx="416560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3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9101-540E-F668-4710-6F6CDD7B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5200"/>
          </a:xfrm>
        </p:spPr>
        <p:txBody>
          <a:bodyPr/>
          <a:lstStyle/>
          <a:p>
            <a:pPr algn="ctr"/>
            <a:r>
              <a:rPr lang="en-US" dirty="0"/>
              <a:t>LOGIN TABLE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CFCDD8-93BF-87C7-3F01-77C44792D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662834"/>
              </p:ext>
            </p:extLst>
          </p:nvPr>
        </p:nvGraphicFramePr>
        <p:xfrm>
          <a:off x="1563332" y="1686560"/>
          <a:ext cx="8596667" cy="3434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300">
                  <a:extLst>
                    <a:ext uri="{9D8B030D-6E8A-4147-A177-3AD203B41FA5}">
                      <a16:colId xmlns:a16="http://schemas.microsoft.com/office/drawing/2014/main" val="857901610"/>
                    </a:ext>
                  </a:extLst>
                </a:gridCol>
                <a:gridCol w="3925811">
                  <a:extLst>
                    <a:ext uri="{9D8B030D-6E8A-4147-A177-3AD203B41FA5}">
                      <a16:colId xmlns:a16="http://schemas.microsoft.com/office/drawing/2014/main" val="568969435"/>
                    </a:ext>
                  </a:extLst>
                </a:gridCol>
                <a:gridCol w="2865556">
                  <a:extLst>
                    <a:ext uri="{9D8B030D-6E8A-4147-A177-3AD203B41FA5}">
                      <a16:colId xmlns:a16="http://schemas.microsoft.com/office/drawing/2014/main" val="46381844"/>
                    </a:ext>
                  </a:extLst>
                </a:gridCol>
              </a:tblGrid>
              <a:tr h="11446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873574"/>
                  </a:ext>
                </a:extLst>
              </a:tr>
              <a:tr h="11446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VARCHAR(10)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17958"/>
                  </a:ext>
                </a:extLst>
              </a:tr>
              <a:tr h="11446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21802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FA6DB78-D950-06AD-9E42-510DA23F1EDA}"/>
              </a:ext>
            </a:extLst>
          </p:cNvPr>
          <p:cNvSpPr/>
          <p:nvPr/>
        </p:nvSpPr>
        <p:spPr>
          <a:xfrm>
            <a:off x="1960880" y="3129280"/>
            <a:ext cx="497840" cy="39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01B6D-2719-E893-4A78-E312F2662A2C}"/>
              </a:ext>
            </a:extLst>
          </p:cNvPr>
          <p:cNvSpPr/>
          <p:nvPr/>
        </p:nvSpPr>
        <p:spPr>
          <a:xfrm>
            <a:off x="1960880" y="4246880"/>
            <a:ext cx="497840" cy="39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341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99E36-3DEB-4214-BF15-B147CB29F012}"/>
              </a:ext>
            </a:extLst>
          </p:cNvPr>
          <p:cNvSpPr/>
          <p:nvPr/>
        </p:nvSpPr>
        <p:spPr>
          <a:xfrm>
            <a:off x="558800" y="1691640"/>
            <a:ext cx="2560320" cy="173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69217AA-0766-5F2B-0D49-B1D2A148423A}"/>
              </a:ext>
            </a:extLst>
          </p:cNvPr>
          <p:cNvSpPr/>
          <p:nvPr/>
        </p:nvSpPr>
        <p:spPr>
          <a:xfrm>
            <a:off x="3444240" y="1930400"/>
            <a:ext cx="1087120" cy="264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E8A070-7230-993A-C107-68FD08556BBD}"/>
              </a:ext>
            </a:extLst>
          </p:cNvPr>
          <p:cNvSpPr/>
          <p:nvPr/>
        </p:nvSpPr>
        <p:spPr>
          <a:xfrm>
            <a:off x="4856480" y="1442720"/>
            <a:ext cx="2672080" cy="198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Fashion matrix</a:t>
            </a:r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636E163-F2CF-5FE2-4DD4-0931B94B99C6}"/>
              </a:ext>
            </a:extLst>
          </p:cNvPr>
          <p:cNvSpPr/>
          <p:nvPr/>
        </p:nvSpPr>
        <p:spPr>
          <a:xfrm>
            <a:off x="7853680" y="1849120"/>
            <a:ext cx="1127760" cy="3149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5490FA-CE32-0AAD-69BF-25E9EAA94F63}"/>
              </a:ext>
            </a:extLst>
          </p:cNvPr>
          <p:cNvSpPr/>
          <p:nvPr/>
        </p:nvSpPr>
        <p:spPr>
          <a:xfrm>
            <a:off x="9357360" y="1579880"/>
            <a:ext cx="2204720" cy="184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1A0C4697-270A-91E7-EB0C-CEB3838AEB64}"/>
              </a:ext>
            </a:extLst>
          </p:cNvPr>
          <p:cNvSpPr/>
          <p:nvPr/>
        </p:nvSpPr>
        <p:spPr>
          <a:xfrm>
            <a:off x="7853680" y="2550160"/>
            <a:ext cx="1127760" cy="3149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04D18C7-EADB-0F44-AD0E-11292ECBBCB3}"/>
              </a:ext>
            </a:extLst>
          </p:cNvPr>
          <p:cNvSpPr/>
          <p:nvPr/>
        </p:nvSpPr>
        <p:spPr>
          <a:xfrm>
            <a:off x="3444240" y="2692400"/>
            <a:ext cx="1087120" cy="2641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01A5FA-A8BE-972B-6A22-9C110E8F6E0C}"/>
              </a:ext>
            </a:extLst>
          </p:cNvPr>
          <p:cNvSpPr/>
          <p:nvPr/>
        </p:nvSpPr>
        <p:spPr>
          <a:xfrm>
            <a:off x="4257040" y="325120"/>
            <a:ext cx="378968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Context-level Diagram</a:t>
            </a:r>
            <a:endParaRPr lang="en-IN" dirty="0"/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B9B9A6FD-6C5F-A50C-F4EE-327897E698A0}"/>
              </a:ext>
            </a:extLst>
          </p:cNvPr>
          <p:cNvSpPr/>
          <p:nvPr/>
        </p:nvSpPr>
        <p:spPr>
          <a:xfrm>
            <a:off x="5289755" y="4722105"/>
            <a:ext cx="2054942" cy="138634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SQL</a:t>
            </a:r>
          </a:p>
          <a:p>
            <a:pPr algn="ctr"/>
            <a:r>
              <a:rPr lang="en-US" dirty="0"/>
              <a:t>Database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4CF03-758F-C47A-6C59-A91DB09A509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6192520" y="3429000"/>
            <a:ext cx="0" cy="1293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059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E8F053-6D62-3DE5-EA4B-2E732EFF8EF4}"/>
              </a:ext>
            </a:extLst>
          </p:cNvPr>
          <p:cNvSpPr/>
          <p:nvPr/>
        </p:nvSpPr>
        <p:spPr>
          <a:xfrm>
            <a:off x="4124960" y="233680"/>
            <a:ext cx="2814320" cy="721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 Diagram</a:t>
            </a:r>
            <a:endParaRPr lang="en-IN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F1D9B278-67A1-33BB-E700-00C98D99A417}"/>
              </a:ext>
            </a:extLst>
          </p:cNvPr>
          <p:cNvSpPr/>
          <p:nvPr/>
        </p:nvSpPr>
        <p:spPr>
          <a:xfrm>
            <a:off x="975360" y="1798320"/>
            <a:ext cx="1016000" cy="73840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ADMIN</a:t>
            </a:r>
            <a:endParaRPr lang="en-IN" sz="1400" dirty="0"/>
          </a:p>
          <a:p>
            <a:pPr algn="ctr"/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2B4E85-4827-48A9-A9AA-7C2A5D02283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1483360" y="2536723"/>
            <a:ext cx="20320" cy="28175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95B240-A238-9EAA-8B4D-193FA134863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524000" y="1427480"/>
            <a:ext cx="4267200" cy="26754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3221BE-7CFE-6E55-E262-2AE996DE1BA1}"/>
              </a:ext>
            </a:extLst>
          </p:cNvPr>
          <p:cNvSpPr/>
          <p:nvPr/>
        </p:nvSpPr>
        <p:spPr>
          <a:xfrm>
            <a:off x="5791200" y="1209040"/>
            <a:ext cx="2651760" cy="436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86DF7B-ED19-40C1-F59F-84EB99404F0A}"/>
              </a:ext>
            </a:extLst>
          </p:cNvPr>
          <p:cNvCxnSpPr/>
          <p:nvPr/>
        </p:nvCxnSpPr>
        <p:spPr>
          <a:xfrm flipV="1">
            <a:off x="1524000" y="2118360"/>
            <a:ext cx="4246880" cy="19862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DEFB8F-6105-360A-0F34-23D1FDF581A3}"/>
              </a:ext>
            </a:extLst>
          </p:cNvPr>
          <p:cNvSpPr/>
          <p:nvPr/>
        </p:nvSpPr>
        <p:spPr>
          <a:xfrm>
            <a:off x="5882642" y="2308041"/>
            <a:ext cx="2753360" cy="436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C5E217-6FC6-4FD2-48E2-406790BEE4F4}"/>
              </a:ext>
            </a:extLst>
          </p:cNvPr>
          <p:cNvCxnSpPr/>
          <p:nvPr/>
        </p:nvCxnSpPr>
        <p:spPr>
          <a:xfrm flipV="1">
            <a:off x="1524000" y="2743200"/>
            <a:ext cx="4389120" cy="13614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4D9B5E0-7742-CDF8-C4AB-95E4287509EB}"/>
              </a:ext>
            </a:extLst>
          </p:cNvPr>
          <p:cNvSpPr/>
          <p:nvPr/>
        </p:nvSpPr>
        <p:spPr>
          <a:xfrm>
            <a:off x="5994400" y="2959550"/>
            <a:ext cx="2631440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WOMEN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409290-CB70-611A-F018-F32141064B3B}"/>
              </a:ext>
            </a:extLst>
          </p:cNvPr>
          <p:cNvCxnSpPr>
            <a:cxnSpLocks/>
          </p:cNvCxnSpPr>
          <p:nvPr/>
        </p:nvCxnSpPr>
        <p:spPr>
          <a:xfrm flipV="1">
            <a:off x="1473200" y="3213920"/>
            <a:ext cx="4572000" cy="8890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5CC59-8B43-D586-4494-9B39F6B2C22D}"/>
              </a:ext>
            </a:extLst>
          </p:cNvPr>
          <p:cNvSpPr/>
          <p:nvPr/>
        </p:nvSpPr>
        <p:spPr>
          <a:xfrm>
            <a:off x="5994400" y="3447149"/>
            <a:ext cx="2468880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CHILDREN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FBD101-CCFF-BD10-9A48-CB35CA2123CD}"/>
              </a:ext>
            </a:extLst>
          </p:cNvPr>
          <p:cNvCxnSpPr/>
          <p:nvPr/>
        </p:nvCxnSpPr>
        <p:spPr>
          <a:xfrm flipV="1">
            <a:off x="1524000" y="3730195"/>
            <a:ext cx="4521200" cy="386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CD08A6E-876B-C089-A2BE-8C09E344BB03}"/>
              </a:ext>
            </a:extLst>
          </p:cNvPr>
          <p:cNvSpPr/>
          <p:nvPr/>
        </p:nvSpPr>
        <p:spPr>
          <a:xfrm>
            <a:off x="5770880" y="1780540"/>
            <a:ext cx="2580640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endParaRPr lang="en-IN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74885D-3E86-96C1-30B3-6996296706DB}"/>
              </a:ext>
            </a:extLst>
          </p:cNvPr>
          <p:cNvCxnSpPr>
            <a:cxnSpLocks/>
          </p:cNvCxnSpPr>
          <p:nvPr/>
        </p:nvCxnSpPr>
        <p:spPr>
          <a:xfrm>
            <a:off x="1473200" y="4115292"/>
            <a:ext cx="4693922" cy="3093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04F546F-2869-D5C1-2840-BE0A6BAC6271}"/>
              </a:ext>
            </a:extLst>
          </p:cNvPr>
          <p:cNvSpPr/>
          <p:nvPr/>
        </p:nvSpPr>
        <p:spPr>
          <a:xfrm>
            <a:off x="6045200" y="4115292"/>
            <a:ext cx="2468880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346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1276F06-11DB-ADDF-FB49-20965D0BAC4C}"/>
              </a:ext>
            </a:extLst>
          </p:cNvPr>
          <p:cNvSpPr/>
          <p:nvPr/>
        </p:nvSpPr>
        <p:spPr>
          <a:xfrm>
            <a:off x="975360" y="1798320"/>
            <a:ext cx="1016000" cy="7416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en-IN" sz="1400" dirty="0"/>
          </a:p>
          <a:p>
            <a:pPr algn="ctr"/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807188-A7FE-240E-4899-16F27D267C56}"/>
              </a:ext>
            </a:extLst>
          </p:cNvPr>
          <p:cNvCxnSpPr>
            <a:stCxn id="3" idx="4"/>
          </p:cNvCxnSpPr>
          <p:nvPr/>
        </p:nvCxnSpPr>
        <p:spPr>
          <a:xfrm>
            <a:off x="1483360" y="2540000"/>
            <a:ext cx="20320" cy="28143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298FA3-4A59-1161-CFF4-015310011BFC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483360" y="1427480"/>
            <a:ext cx="4307840" cy="26543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BEF790D-2DEB-EC47-5B05-9B3E40053448}"/>
              </a:ext>
            </a:extLst>
          </p:cNvPr>
          <p:cNvSpPr/>
          <p:nvPr/>
        </p:nvSpPr>
        <p:spPr>
          <a:xfrm>
            <a:off x="5791200" y="1209040"/>
            <a:ext cx="2651760" cy="436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A07F9E-7ACF-43F4-1295-998ABCC08E5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524000" y="2021759"/>
            <a:ext cx="4358640" cy="208288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25FBB43-7DA8-DA02-97D4-BC0103071738}"/>
              </a:ext>
            </a:extLst>
          </p:cNvPr>
          <p:cNvSpPr/>
          <p:nvPr/>
        </p:nvSpPr>
        <p:spPr>
          <a:xfrm>
            <a:off x="5882642" y="2437089"/>
            <a:ext cx="2753360" cy="436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D98D2C-EC2E-59DD-999D-43008DE37F3D}"/>
              </a:ext>
            </a:extLst>
          </p:cNvPr>
          <p:cNvCxnSpPr>
            <a:cxnSpLocks/>
          </p:cNvCxnSpPr>
          <p:nvPr/>
        </p:nvCxnSpPr>
        <p:spPr>
          <a:xfrm flipV="1">
            <a:off x="1483360" y="2743200"/>
            <a:ext cx="4429760" cy="14122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EF6DBAD-3522-0B7E-69BE-F36AC55D052D}"/>
              </a:ext>
            </a:extLst>
          </p:cNvPr>
          <p:cNvSpPr/>
          <p:nvPr/>
        </p:nvSpPr>
        <p:spPr>
          <a:xfrm>
            <a:off x="6085842" y="3021289"/>
            <a:ext cx="2631440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WOMEN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B52513-2FF0-FBFA-E5FB-8EB1146AAC1B}"/>
              </a:ext>
            </a:extLst>
          </p:cNvPr>
          <p:cNvCxnSpPr>
            <a:cxnSpLocks/>
          </p:cNvCxnSpPr>
          <p:nvPr/>
        </p:nvCxnSpPr>
        <p:spPr>
          <a:xfrm flipV="1">
            <a:off x="1534160" y="3192780"/>
            <a:ext cx="4572000" cy="8890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9EDE9-90F6-B43D-4428-85465CC6EB7B}"/>
              </a:ext>
            </a:extLst>
          </p:cNvPr>
          <p:cNvSpPr/>
          <p:nvPr/>
        </p:nvSpPr>
        <p:spPr>
          <a:xfrm>
            <a:off x="6075680" y="3556000"/>
            <a:ext cx="2468880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CHILDREN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C700BB-F258-3B43-126C-8422B06F25C8}"/>
              </a:ext>
            </a:extLst>
          </p:cNvPr>
          <p:cNvCxnSpPr/>
          <p:nvPr/>
        </p:nvCxnSpPr>
        <p:spPr>
          <a:xfrm flipV="1">
            <a:off x="1554480" y="3769360"/>
            <a:ext cx="4521200" cy="386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98848-BB35-407C-CF83-D4C8146B5AB2}"/>
              </a:ext>
            </a:extLst>
          </p:cNvPr>
          <p:cNvSpPr/>
          <p:nvPr/>
        </p:nvSpPr>
        <p:spPr>
          <a:xfrm>
            <a:off x="5882640" y="1828719"/>
            <a:ext cx="2468880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DA6D39-2F30-2DDA-19C7-18929EE0A93F}"/>
              </a:ext>
            </a:extLst>
          </p:cNvPr>
          <p:cNvCxnSpPr>
            <a:cxnSpLocks/>
          </p:cNvCxnSpPr>
          <p:nvPr/>
        </p:nvCxnSpPr>
        <p:spPr>
          <a:xfrm>
            <a:off x="1524000" y="4155440"/>
            <a:ext cx="4643122" cy="2692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AFD5913-1328-671C-65C4-BAE51D7B9BA6}"/>
              </a:ext>
            </a:extLst>
          </p:cNvPr>
          <p:cNvSpPr/>
          <p:nvPr/>
        </p:nvSpPr>
        <p:spPr>
          <a:xfrm>
            <a:off x="6167122" y="4348480"/>
            <a:ext cx="2468880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2F7AC1-B587-D623-4B7D-8D1E3A056A4C}"/>
              </a:ext>
            </a:extLst>
          </p:cNvPr>
          <p:cNvCxnSpPr>
            <a:cxnSpLocks/>
          </p:cNvCxnSpPr>
          <p:nvPr/>
        </p:nvCxnSpPr>
        <p:spPr>
          <a:xfrm>
            <a:off x="1524000" y="4155440"/>
            <a:ext cx="4572000" cy="9347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DC9D8-45A5-9A0A-7BB9-1A3A610ABDAF}"/>
              </a:ext>
            </a:extLst>
          </p:cNvPr>
          <p:cNvSpPr/>
          <p:nvPr/>
        </p:nvSpPr>
        <p:spPr>
          <a:xfrm>
            <a:off x="6167122" y="5008880"/>
            <a:ext cx="2560318" cy="386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 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061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1E03-B911-1EE7-F337-2EC781F5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26640"/>
            <a:ext cx="8596668" cy="1676400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 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831635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463</TotalTime>
  <Words>308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Tw Cen MT</vt:lpstr>
      <vt:lpstr>Tw Cen MT Condensed</vt:lpstr>
      <vt:lpstr>Wingdings</vt:lpstr>
      <vt:lpstr>Wingdings 3</vt:lpstr>
      <vt:lpstr>Integral</vt:lpstr>
      <vt:lpstr>FASHION MATRIX</vt:lpstr>
      <vt:lpstr>This allow shopping to clothes Collection  of Boys, Girls and children etc. A customer can purchase any cloths.  We will Delivered your purchase cloths without any cost.   E-shopping for clothes provides a verified platform for online shopping of clothes.  </vt:lpstr>
      <vt:lpstr>FacAlity on my project</vt:lpstr>
      <vt:lpstr>CUSTOMER facAlIty: </vt:lpstr>
      <vt:lpstr>PowerPoint Presentation</vt:lpstr>
      <vt:lpstr> MODULE</vt:lpstr>
      <vt:lpstr>MODULE</vt:lpstr>
      <vt:lpstr>SOFTWARE USED</vt:lpstr>
      <vt:lpstr>LANGUAGE USED</vt:lpstr>
      <vt:lpstr>REGISTER TABEL</vt:lpstr>
      <vt:lpstr>LOGIN TABLE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pravinpatel4180520@gmail.com</dc:creator>
  <cp:lastModifiedBy>pravinpatel4180520@gmail.com</cp:lastModifiedBy>
  <cp:revision>100</cp:revision>
  <dcterms:created xsi:type="dcterms:W3CDTF">2024-07-03T09:41:04Z</dcterms:created>
  <dcterms:modified xsi:type="dcterms:W3CDTF">2024-07-12T12:03:11Z</dcterms:modified>
</cp:coreProperties>
</file>